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 System Demo - Security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2026 Brief | USD20240518 | Annual Refresh</a:t>
            </a:r>
          </a:p>
          <a:p>
            <a:r>
              <a:t>AT-2 / AT-3 Implementing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You're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mandatory training - NIST 800-53 AT-2</a:t>
            </a:r>
          </a:p>
          <a:p>
            <a:pPr/>
            <a:r>
              <a:t>Role-based supplement for privileged users - AT-3</a:t>
            </a:r>
          </a:p>
          <a:p>
            <a:pPr/>
            <a:r>
              <a:t>Completion tracked in the Example System Demo training roster</a:t>
            </a:r>
          </a:p>
          <a:p>
            <a:pPr/>
            <a:r>
              <a:t>Must complete within 30 days of system access grant</a:t>
            </a:r>
          </a:p>
          <a:p>
            <a:pPr/>
            <a:r>
              <a:t>Refresher required at least every 12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Insider Threat Awareness (AT-2(2))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Recognize behavioral indicators (unusual hours, data hoarding)</a:t>
            </a:r>
          </a:p>
          <a:p>
            <a:pPr/>
            <a:r>
              <a:t>Report concerns via the Example System Demo insider-threat hotline</a:t>
            </a:r>
          </a:p>
          <a:p>
            <a:pPr/>
            <a:r>
              <a:t>Never retaliate; reporting is protected</a:t>
            </a:r>
          </a:p>
          <a:p>
            <a:pPr/>
            <a:r>
              <a:t>All workstations subject to user-activity monitoring per banner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&amp; 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sender domain on every external email</a:t>
            </a:r>
          </a:p>
          <a:p>
            <a:pPr/>
            <a:r>
              <a:t>Use the Outlook 'Report Phish' button - do not delete</a:t>
            </a:r>
          </a:p>
          <a:p>
            <a:pPr/>
            <a:r>
              <a:t>Never enter credentials from a link in email</a:t>
            </a:r>
          </a:p>
          <a:p>
            <a:pPr/>
            <a:r>
              <a:t>If you click, report to the help desk within 1 hour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CUI and Classified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System Demo is approved up to CUI only</a:t>
            </a:r>
          </a:p>
          <a:p>
            <a:pPr/>
            <a:r>
              <a:t>Mark every document with the highest-sensitivity content</a:t>
            </a:r>
          </a:p>
          <a:p>
            <a:pPr/>
            <a:r>
              <a:t>Use the approved CUI cover sheet on printed material</a:t>
            </a:r>
          </a:p>
          <a:p>
            <a:pPr/>
            <a:r>
              <a:t>Removable media is prohibited without written exception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Privileged-User Refresher (AT-3)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separate accounts for admin work; never browse the web as admin</a:t>
            </a:r>
          </a:p>
          <a:p>
            <a:pPr/>
            <a:r>
              <a:t>Log into the privileged access workstation (PAW) for admin tasks</a:t>
            </a:r>
          </a:p>
          <a:p>
            <a:pPr/>
            <a:r>
              <a:t>All admin actions are logged - review your own activity weekly</a:t>
            </a:r>
          </a:p>
          <a:p>
            <a:pPr/>
            <a:r>
              <a:t>Emergency-access procedure: ISSM approval after the fact within 24 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 the training acknowledgement in the LMS</a:t>
            </a:r>
          </a:p>
          <a:p>
            <a:pPr/>
            <a:r>
              <a:t>Roster updates within 24 hours</a:t>
            </a:r>
          </a:p>
          <a:p>
            <a:pPr/>
            <a:r>
              <a:t>Questions: ISSM Noah Jaskolski | issm@demo.local</a:t>
            </a:r>
          </a:p>
          <a:p>
            <a:pPr/>
            <a:r>
              <a:t>Next refresh due: 12 months from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